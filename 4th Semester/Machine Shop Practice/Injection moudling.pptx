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90" r:id="rId2"/>
    <p:sldId id="257" r:id="rId3"/>
    <p:sldId id="289" r:id="rId4"/>
    <p:sldId id="288" r:id="rId5"/>
    <p:sldId id="287" r:id="rId6"/>
    <p:sldId id="286" r:id="rId7"/>
    <p:sldId id="285" r:id="rId8"/>
    <p:sldId id="284" r:id="rId9"/>
    <p:sldId id="283" r:id="rId10"/>
    <p:sldId id="282" r:id="rId11"/>
    <p:sldId id="280" r:id="rId12"/>
    <p:sldId id="279" r:id="rId13"/>
    <p:sldId id="278" r:id="rId14"/>
    <p:sldId id="277" r:id="rId15"/>
    <p:sldId id="276" r:id="rId16"/>
    <p:sldId id="274" r:id="rId17"/>
    <p:sldId id="273" r:id="rId18"/>
    <p:sldId id="270" r:id="rId19"/>
    <p:sldId id="268" r:id="rId20"/>
    <p:sldId id="265" r:id="rId21"/>
    <p:sldId id="264" r:id="rId22"/>
    <p:sldId id="263" r:id="rId23"/>
    <p:sldId id="262" r:id="rId24"/>
    <p:sldId id="261" r:id="rId25"/>
    <p:sldId id="260" r:id="rId26"/>
    <p:sldId id="259" r:id="rId27"/>
    <p:sldId id="25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6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C1E7C-B906-4436-B4D9-E3B4D7DB9E75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3AFEFE-0BB2-487E-BB46-835F9D043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163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AFEFE-0BB2-487E-BB46-835F9D04300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409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0BF6-1E7C-4BE4-8F2A-52FF41A93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254F2-BB26-4924-AAC3-FAA7EEDFC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72DD3-DB71-4BA1-BDF2-C792D8DA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1D45-A28D-47E1-B04A-1C990674118A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C6145-59B6-4DC3-8FA2-A15912EF8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0F99-8CC8-4B79-BCD9-8FF7BA08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5894-6A33-47F9-87D5-70DEB2ACB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27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F2C5-6C7B-4939-A23A-FD030FCF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8BC85-DF58-44F1-84C8-84D706FB5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48862-963B-4985-8536-0C2EF241E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1D45-A28D-47E1-B04A-1C990674118A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EDEF0-401E-4091-9ACF-EF2B58B4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4EEAC-412B-495A-82F6-C83832AF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5894-6A33-47F9-87D5-70DEB2ACB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79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FFB0-57D0-4D7B-AC38-50FB63F68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4A7A8-DD58-4398-AA7B-251054DF4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285C2-3C30-4813-A93E-4A6387470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1D45-A28D-47E1-B04A-1C990674118A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12AEA-5B55-4643-A2C0-543274AC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94006-7B88-4723-A7B7-5A27EA27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5894-6A33-47F9-87D5-70DEB2ACB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50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E3A9C-8346-4763-AA9A-37E548530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A634B-7ED5-4BE0-8AF5-C7B686547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5E667-E3AB-4D9F-A5A6-C81F885B8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E8A85-1FFF-499B-8EE4-B886C177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1D45-A28D-47E1-B04A-1C990674118A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DA6CB-F574-48CD-9FC3-4D72D519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C2C2E-17E9-4CD5-9EFC-89F476B8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5894-6A33-47F9-87D5-70DEB2ACB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890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2636-646C-4B8A-96C4-8FFB4B34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7482B-484D-4C8A-9335-57B932BC2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EECA5-F6BF-46D9-97EB-6259F85DC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97AD6D-EDE5-4223-970B-C9E2D8A12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50144-6EF7-458F-A51F-7C3AE60D9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BB90DF-69B8-47F2-8E5E-82C434A7B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1D45-A28D-47E1-B04A-1C990674118A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B530C-12A9-449C-97D7-D1D2DD83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F80EFE-1444-474B-B9C3-602B2FB5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5894-6A33-47F9-87D5-70DEB2ACB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20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A3EC-A597-47FC-AF32-7C95D245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EB8A1-B8A5-43DD-871B-F951D5C40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1D45-A28D-47E1-B04A-1C990674118A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3F023F-3304-4A7E-8A1D-AA9C3CA7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2EAB0-A0F1-429A-8552-0880DE0B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5894-6A33-47F9-87D5-70DEB2ACB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62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6A35B2-5500-435F-B1F4-9DBDADF5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1D45-A28D-47E1-B04A-1C990674118A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EEE53-9BC8-4DED-B363-0775A065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EB198-DFB4-4681-9CC0-6AFBF160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5894-6A33-47F9-87D5-70DEB2ACB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76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AAAA-C675-42E4-BAB3-D3F2ECBC5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10E7B-C3E5-4BE4-9A60-B0E90BC04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F0586-10B0-49CD-90D0-6D529C95F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AB94D-01C5-4ADC-850F-E2F18A44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1D45-A28D-47E1-B04A-1C990674118A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32B1E-A01B-475A-BF01-D77F5E328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9EB3C-F14D-48A0-B484-9CED33FC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5894-6A33-47F9-87D5-70DEB2ACB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42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3FE3-630D-4CAB-9911-87239F281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66805-E7B0-4490-8C21-8D7E67E2ED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5DF68-39E1-4C8D-9A74-2696903A1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C1CE6-7175-45D8-963D-077175689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1D45-A28D-47E1-B04A-1C990674118A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05BC7-F690-46FA-9500-61A4D69C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E7AC8-919A-4AF0-BD8C-7D59799E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5894-6A33-47F9-87D5-70DEB2ACB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77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B304-DD42-441E-A95F-C99A6922B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3B91A4-686B-4318-A971-8928FBBC0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78C7A-9BBA-4238-B46C-474B6044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1D45-A28D-47E1-B04A-1C990674118A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EB57E-585A-4FF8-B86C-F0FD5A253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8B79C-C2BD-45DE-8D6A-2FD7BDBD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5894-6A33-47F9-87D5-70DEB2ACB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873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038EC4-5819-4768-8DE3-0AE66AC06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CE1DC-A7B0-4F95-9D0B-4C4BD0B5C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3D423-B60C-4B53-BD20-D7E4C440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1D45-A28D-47E1-B04A-1C990674118A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E84AA-5953-4E21-B72B-A76E8A19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0AC49-2011-4B1F-8421-4671A9E50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5894-6A33-47F9-87D5-70DEB2ACB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845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1E96BB-7310-423B-ABB6-01A98464D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919C2-09CB-4DDC-ABFD-F603FAA25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5509B-36B2-4DDC-B064-4609CE3F6D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61D45-A28D-47E1-B04A-1C990674118A}" type="datetimeFigureOut">
              <a:rPr lang="en-IN" smtClean="0"/>
              <a:t>24-03-2021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79ACC-2626-47DD-B5B1-E1982A723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F0DD8-1B9E-40E7-B051-8B18F1DD0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45894-6A33-47F9-87D5-70DEB2ACB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29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2FAAB-BA31-475B-87B7-A5710C58C23A}"/>
              </a:ext>
            </a:extLst>
          </p:cNvPr>
          <p:cNvSpPr txBox="1">
            <a:spLocks/>
          </p:cNvSpPr>
          <p:nvPr/>
        </p:nvSpPr>
        <p:spPr>
          <a:xfrm>
            <a:off x="1828022" y="357864"/>
            <a:ext cx="7454900" cy="12641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/>
              <a:t>Injection Moulding Process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AB02416-B5CC-41C7-B762-D89C5FF8D68A}"/>
              </a:ext>
            </a:extLst>
          </p:cNvPr>
          <p:cNvSpPr txBox="1">
            <a:spLocks noChangeArrowheads="1"/>
          </p:cNvSpPr>
          <p:nvPr/>
        </p:nvSpPr>
        <p:spPr>
          <a:xfrm>
            <a:off x="1029509" y="1446877"/>
            <a:ext cx="9051925" cy="472024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120000"/>
              <a:buChar char="•"/>
              <a:defRPr sz="1800" b="1" i="1">
                <a:solidFill>
                  <a:srgbClr val="3333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400" b="1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200" b="0" i="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>
              <a:buFontTx/>
              <a:buNone/>
            </a:pPr>
            <a:endParaRPr lang="en-US" kern="0" baseline="0" dirty="0"/>
          </a:p>
          <a:p>
            <a:pPr algn="ctr" eaLnBrk="1" hangingPunct="1">
              <a:buFontTx/>
              <a:buNone/>
            </a:pPr>
            <a:endParaRPr lang="en-US" kern="0" baseline="0" dirty="0"/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</a:p>
          <a:p>
            <a:pPr algn="ctr" eaLnBrk="1" hangingPunct="1"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ADVAIT BHOSLE (72)</a:t>
            </a:r>
            <a:endParaRPr lang="en-US" kern="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OMKAR GUJJA ( 71 ) 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SHASHIKANT SADHAPHULE (62)</a:t>
            </a:r>
          </a:p>
          <a:p>
            <a:pPr algn="ctr" eaLnBrk="1" hangingPunct="1">
              <a:buFontTx/>
              <a:buNone/>
            </a:pPr>
            <a:endParaRPr lang="en-US" kern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buNone/>
            </a:pPr>
            <a:endParaRPr lang="en-US" kern="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Mechatronics Engineering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TERNA  ENGINEERING  COLLEGE  NERUL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Mumbai</a:t>
            </a:r>
          </a:p>
        </p:txBody>
      </p:sp>
    </p:spTree>
    <p:extLst>
      <p:ext uri="{BB962C8B-B14F-4D97-AF65-F5344CB8AC3E}">
        <p14:creationId xmlns:p14="http://schemas.microsoft.com/office/powerpoint/2010/main" val="1962428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6EC702FB-D4EF-4355-89FA-E03AE8399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42184"/>
            <a:ext cx="10210800" cy="660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00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1C088ADD-F701-470B-ABF6-F515163FA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360" y="22358"/>
            <a:ext cx="9403080" cy="657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3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BF99DC2-21AA-4EFF-A676-C847CF663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99" y="431908"/>
            <a:ext cx="10362309" cy="581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42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37A4192-A9D7-4A92-92F7-C8F2F4C08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2890"/>
            <a:ext cx="10393680" cy="634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23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E66838A2-C999-4F0B-81F6-9641848BA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" y="123016"/>
            <a:ext cx="10027920" cy="623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801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1C6D450-1479-4370-A4B5-F9B97DD74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43840"/>
            <a:ext cx="9707880" cy="64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3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C510E990-EA75-4858-8843-877B1B886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163502"/>
            <a:ext cx="10515600" cy="644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34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9FD61AF8-5897-4ABB-BEC7-629238F2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" y="258094"/>
            <a:ext cx="10774680" cy="650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27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8DFAA5D7-1B8B-492F-85F3-95887C5D8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" y="258479"/>
            <a:ext cx="10500360" cy="646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95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F1CD8025-5641-4764-8B32-F80CA07A3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" y="222157"/>
            <a:ext cx="10271760" cy="66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6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44AB703F-46B0-4952-8528-8CDA4CD73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" y="239525"/>
            <a:ext cx="10180320" cy="637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6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BC728F8-C118-4793-8BA9-1B2C82329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" y="-46653"/>
            <a:ext cx="9900555" cy="65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18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C31F8392-1F04-4FC9-93CD-13A8CA6D9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68" y="219984"/>
            <a:ext cx="10686663" cy="641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34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3A2972F-749B-4485-9A65-0F5172C3B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307535"/>
            <a:ext cx="11079480" cy="632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01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AFA2749-901C-482D-8BE4-72BB7F4BD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" y="0"/>
            <a:ext cx="11209763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292307-B867-4441-8D7A-835E1AD79919}"/>
              </a:ext>
            </a:extLst>
          </p:cNvPr>
          <p:cNvSpPr/>
          <p:nvPr/>
        </p:nvSpPr>
        <p:spPr>
          <a:xfrm>
            <a:off x="858416" y="5001208"/>
            <a:ext cx="10263674" cy="1240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56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5FA0B05-161D-48D3-AB5C-C80F87CAC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64" y="0"/>
            <a:ext cx="10755436" cy="68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96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1B85A63-B3FB-40E4-8FD4-86921E1E2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60170"/>
            <a:ext cx="10622280" cy="669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205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0D7D537-195B-4282-9AF4-F95381578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86" y="175260"/>
            <a:ext cx="10916028" cy="650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9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E7947802-B60B-4EC0-B1F6-4E1ADAFA5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26" y="338240"/>
            <a:ext cx="11098747" cy="618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40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5994244-2F66-4D0D-8B5C-10D1F1449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" y="14976"/>
            <a:ext cx="10881360" cy="684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107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&#10;&#10;Description automatically generated">
            <a:extLst>
              <a:ext uri="{FF2B5EF4-FFF2-40B4-BE49-F238E27FC236}">
                <a16:creationId xmlns:a16="http://schemas.microsoft.com/office/drawing/2014/main" id="{A7CFCE01-76B0-4F91-97C8-CAA7D6028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39662"/>
            <a:ext cx="10530840" cy="681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89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23920A3E-80C4-49C9-BAE4-309A83162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114300"/>
            <a:ext cx="1040892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02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6C3559B-2192-4140-936B-C06ADF993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" y="170690"/>
            <a:ext cx="10867968" cy="618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060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E372252E-0D9E-414C-994F-62C18C63F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204162"/>
            <a:ext cx="10119360" cy="644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43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23B9CF3-B6AA-4521-BA46-94C1195F7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62" y="228600"/>
            <a:ext cx="1110667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77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>
            <a:extLst>
              <a:ext uri="{FF2B5EF4-FFF2-40B4-BE49-F238E27FC236}">
                <a16:creationId xmlns:a16="http://schemas.microsoft.com/office/drawing/2014/main" id="{F260DA25-215C-455F-B2A1-B870782EC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322" y="0"/>
            <a:ext cx="9371356" cy="659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16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32</Words>
  <Application>Microsoft Office PowerPoint</Application>
  <PresentationFormat>Widescreen</PresentationFormat>
  <Paragraphs>13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SSPO .</dc:creator>
  <cp:lastModifiedBy>SSPO .</cp:lastModifiedBy>
  <cp:revision>11</cp:revision>
  <dcterms:created xsi:type="dcterms:W3CDTF">2021-03-19T15:33:30Z</dcterms:created>
  <dcterms:modified xsi:type="dcterms:W3CDTF">2021-03-24T09:09:16Z</dcterms:modified>
</cp:coreProperties>
</file>